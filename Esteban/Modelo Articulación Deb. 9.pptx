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94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B5E"/>
          </a:solidFill>
          <a:ln w="12700">
            <a:solidFill>
              <a:srgbClr val="C07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Articulación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Investigación–Docencia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Reconocimiento, registro, seguimiento y evaluación del impacto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integración entre investigación y docencia de pregrado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Vicerrectoría de Investigación y Desarrollo Tecnológico · UCN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07B5E"/>
          </a:solidFill>
          <a:ln w="12700">
            <a:solidFill>
              <a:srgbClr val="C07B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del modelo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1371600"/>
            <a:ext cx="1078992" cy="1115568"/>
          </a:xfrm>
          <a:prstGeom prst="roundRect">
            <a:avLst>
              <a:gd name="adj" fmla="val 678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7744" y="1463040"/>
            <a:ext cx="256032" cy="2011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1463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" y="1719072"/>
            <a:ext cx="9692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61872" y="1929384"/>
            <a:ext cx="12801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8176" y="1371600"/>
            <a:ext cx="1078992" cy="1115568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81328" y="1463040"/>
            <a:ext cx="256032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1463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1719072"/>
            <a:ext cx="9692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actividades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05456" y="1929384"/>
            <a:ext cx="12801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371600"/>
            <a:ext cx="1078992" cy="1115568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24912" y="1463040"/>
            <a:ext cx="256032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463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06624" y="1719072"/>
            <a:ext cx="9692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tipología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1929384"/>
            <a:ext cx="12801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5344" y="1371600"/>
            <a:ext cx="1078992" cy="1115568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68496" y="1463040"/>
            <a:ext cx="256032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68496" y="1463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50208" y="1719072"/>
            <a:ext cx="9692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evidencias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92624" y="1929384"/>
            <a:ext cx="12801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1371600"/>
            <a:ext cx="1078992" cy="1115568"/>
          </a:xfrm>
          <a:prstGeom prst="roundRect">
            <a:avLst>
              <a:gd name="adj" fmla="val 678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1463040"/>
            <a:ext cx="256032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63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93792" y="1719072"/>
            <a:ext cx="9692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monitoreo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6208" y="1929384"/>
            <a:ext cx="12801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1371600"/>
            <a:ext cx="1078992" cy="1115568"/>
          </a:xfrm>
          <a:prstGeom prst="roundRect">
            <a:avLst>
              <a:gd name="adj" fmla="val 678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5664" y="1463040"/>
            <a:ext cx="256032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1463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37376" y="1719072"/>
            <a:ext cx="9692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impacto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79792" y="1929384"/>
            <a:ext cx="12801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6096" y="1371600"/>
            <a:ext cx="1078992" cy="1115568"/>
          </a:xfrm>
          <a:prstGeom prst="roundRect">
            <a:avLst>
              <a:gd name="adj" fmla="val 678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99248" y="1463040"/>
            <a:ext cx="256032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1463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1719072"/>
            <a:ext cx="96926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y mejora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1645920"/>
            <a:ext cx="201168" cy="56692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1645920"/>
            <a:ext cx="201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27889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2788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fundacional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06040" y="27889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2788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y procesamiento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7889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2788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/ validación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03720" y="27889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59752" y="2788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calidad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31546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FDPD UCN constituyen una fuente institucional formal que ingresa al modelo en la etapa 02 (Identificación de actividades), aprovechando que ya cuentan con postulación, ejecución e informe final trazables.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Vicerrectoría de Investigación y Desarrollo Tecnológico · UCN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01168" cy="508863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institucional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530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fundacional: qué entenderá institucionalmente la UCN por articulación entre investigación y docencia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14400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91440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en docencia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25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sistemática que toma el proceso de enseñanza-aprendizaje como objeto formal de estudio pedagógico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55064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55064"/>
            <a:ext cx="91440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09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disciplinar formativa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científico-disciplinar que se transfiere de manera verificable a la práctica docente en pregrado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95728"/>
            <a:ext cx="91440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50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docente basada en evidencia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ajuste pedagógico sustentado en resultados observables y literatura actualizada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36392"/>
            <a:ext cx="91440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91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 investigación–docencia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verificable y trazable entre actividad investigadora y formación de pregrado o postgrado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Definición institucional  ·  VRIDT UCN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01168" cy="50886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actividades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530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institucional de todas las actividades que declaran vinculación entre investigación y docencia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14400"/>
            <a:ext cx="8503920" cy="638251"/>
          </a:xfrm>
          <a:prstGeom prst="roundRect">
            <a:avLst>
              <a:gd name="adj" fmla="val 10029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91440" cy="638251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Asignaturas con uso de evidencia científica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25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literatura, papers o resultados de investigación como insumo pedagógico en aula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34947"/>
            <a:ext cx="8503920" cy="638251"/>
          </a:xfrm>
          <a:prstGeom prst="roundRect">
            <a:avLst>
              <a:gd name="adj" fmla="val 10029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34947"/>
            <a:ext cx="91440" cy="638251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89811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FDPD UCN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9458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formal con postulación, ejecución e informe final trazables institucionalmente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55494"/>
            <a:ext cx="8503920" cy="638251"/>
          </a:xfrm>
          <a:prstGeom prst="roundRect">
            <a:avLst>
              <a:gd name="adj" fmla="val 10029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55494"/>
            <a:ext cx="91440" cy="638251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1035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pedagógica con base investigativa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66639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metodologías de enseñanza sustentadas en literatura disciplinar actualizada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076042"/>
            <a:ext cx="8503920" cy="638251"/>
          </a:xfrm>
          <a:prstGeom prst="roundRect">
            <a:avLst>
              <a:gd name="adj" fmla="val 10029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76042"/>
            <a:ext cx="91440" cy="638251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3090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formativa estudiantil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38693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Tesis, ayudantías, semilleros y participación directa de estudiantes en proyectos de investigación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96589"/>
            <a:ext cx="8503920" cy="638251"/>
          </a:xfrm>
          <a:prstGeom prst="roundRect">
            <a:avLst>
              <a:gd name="adj" fmla="val 10029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96589"/>
            <a:ext cx="91440" cy="638251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51453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Sistematización de experiencias docentes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1074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análisis formal de prácticas pedagógicas con base en evidencia acumulada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365760"/>
          </a:xfrm>
          <a:prstGeom prst="roundRect">
            <a:avLst>
              <a:gd name="adj" fmla="val 125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FDPD ingresan como fuente institucional formal: ya cuentan con postulación, ejecución e informe final disponibles.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Identificación de actividades  ·  VRIDT UCN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01168" cy="50886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tipología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530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actividad identificada se asigna a una categoría institucional antes de proceder al registro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14400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914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en docencia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25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enseñanza-aprendizaje como objeto formal de investigación pedagógica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55064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55064"/>
            <a:ext cx="914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09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disciplinar → docencia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científico con transferencia directa y verificable al aula de pregrado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95728"/>
            <a:ext cx="914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50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docente basada en evidencia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pedagógica explícitamente respaldada en literatura científica y resultados observables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36392"/>
            <a:ext cx="914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91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formativa estudiantil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competencias investigativas dentro del proceso formativo de pregrado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Clasificación y tipología  ·  VRIDT UCN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01168" cy="50886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evidencias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530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mínimas e instrumentos que permiten documentar y trazar la implementación de cada actividad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14400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914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revisión de programa de asignatura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25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incorporación de evidencia científica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bibliografía y actividades de aprendizaje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55064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55064"/>
            <a:ext cx="914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09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Auto-reporte docente semestral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integración realizada, recursos usados y alcance estimado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95728"/>
            <a:ext cx="914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50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 verificación muestral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aleatoria por carrera aplicada por la unidad responsable del modelo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36392"/>
            <a:ext cx="914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91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percepción estudiantil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declarada a docencia con base en investigación durante el semestre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Registro de evidencias  ·  VRIDT UCN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01168" cy="508863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validación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530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actividad registrada cumple con los criterios institucionales mínimos para ser incorporada al modelo?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4114800" cy="402336"/>
          </a:xfrm>
          <a:prstGeom prst="roundRect">
            <a:avLst>
              <a:gd name="adj" fmla="val 15909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Cumple criterios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08760"/>
            <a:ext cx="91440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8191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queda validada e incorporada al sistema institucional de seguimiento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13432"/>
            <a:ext cx="91440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386584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 periodicidad de monitoreo (semestral o anual)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18104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18104"/>
            <a:ext cx="91440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191256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 la etapa de seguimiento y monitoreo (05)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114800" cy="402336"/>
          </a:xfrm>
          <a:prstGeom prst="roundRect">
            <a:avLst>
              <a:gd name="adj" fmla="val 15909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No cumple criterios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508760"/>
            <a:ext cx="91440" cy="71323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58191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se devuelve a la etapa 04 para completar, corregir o ajustar el registro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313432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313432"/>
            <a:ext cx="91440" cy="71323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386584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invalida la clasificación — solo se requiere completar la evidencia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118104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118104"/>
            <a:ext cx="91440" cy="71323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191256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subsanada, vuelve al punto de validación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 ·  VRIDT UCN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01168" cy="508863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y monitoreo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530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actualización, revisión y consolidación periódica de las actividades validadas en el modelo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14400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 semestral o anual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25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actualización definido por unidad académica y calendario institucional de la VRIDT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55064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55064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09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institucional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registros por carrera, programa y vicerrectoría responsable del modelo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95728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50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evidencias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muestral aplicada por la unidad responsable para verificar consistencia del registro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36392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91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anual de implementación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Actas, informes de avance y lineamientos actualizados que documentan el ciclo completo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Seguimiento y monitoreo  ·  VRIDT UCN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01168" cy="508863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impacto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530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 para evidenciar la contribución efectiva de las actividades a los procesos formativos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14400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25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asignaturas con integración investigación-docencia documentada por carrera y programa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55064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55064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09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actividades por nivel de la taxonomía institucional definida en etapa 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95728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50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 de la integración a lo largo de ciclos sucesivos de evaluación institucional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36392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91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pedagógicos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observables, productos estudiantiles y percepción semestral registrada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Evaluación de impacto  ·  VRIDT UCN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01168" cy="508863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y mejora continua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530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de la evaluación retroalimentan el ciclo completo, incluyendo la revisión de definiciones institucionales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14400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a unidades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25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por carrera con resultados, brechas identificadas y recomendaciones específicas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55064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55064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09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instrumentos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fichas, rúbricas y criterios de validación según evidencia acumulada del ciclo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95728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50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mejora institucional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priorizadas a partir de la evaluación del ciclo anterior con responsables y plazos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36392"/>
            <a:ext cx="9144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91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transferible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metodológico validado y replicable para otras instituciones de educación superior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Ajuste y mejora continua  ·  VRIDT UCN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B5E"/>
          </a:solidFill>
          <a:ln w="12700">
            <a:solidFill>
              <a:srgbClr val="C07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institucional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19" y="1554480"/>
            <a:ext cx="821025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 →  Identificar  →  Clasificar  →  Registrar  →  Validar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Seguir  →  Evaluar  →  Ajustar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exige trazar cada acción puntual en aula, sino construir un sistema de evidencia suficiente,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y validable que permita demostrar la incorporación sistemática de la investigación en la </a:t>
            </a:r>
            <a:r>
              <a:rPr lang="en-US" sz="1200" dirty="0" err="1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docencia</a:t>
            </a:r>
            <a:r>
              <a:rPr lang="en-US" sz="1200" dirty="0">
                <a:solidFill>
                  <a:srgbClr val="A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Gestión de Datos y Análisis de la </a:t>
            </a:r>
            <a:r>
              <a:rPr lang="en-US" sz="1000" dirty="0" err="1">
                <a:solidFill>
                  <a:srgbClr val="C0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r>
              <a:rPr lang="en-US" sz="1000" dirty="0">
                <a:solidFill>
                  <a:srgbClr val="C0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Científica (GDAPC)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Vicerrectoría de Investigación y Desarrollo Tecnológico · UCN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07B5E"/>
          </a:solidFill>
          <a:ln w="12700">
            <a:solidFill>
              <a:srgbClr val="C07B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959</Words>
  <Application>Microsoft Office PowerPoint</Application>
  <PresentationFormat>Presentación en pantalla (16:9)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Articulación Investigación-Docencia UCN</dc:title>
  <dc:subject>PptxGenJS Presentation</dc:subject>
  <dc:creator>PptxGenJS</dc:creator>
  <cp:lastModifiedBy>Esteban Severino</cp:lastModifiedBy>
  <cp:revision>3</cp:revision>
  <dcterms:created xsi:type="dcterms:W3CDTF">2026-03-12T20:57:21Z</dcterms:created>
  <dcterms:modified xsi:type="dcterms:W3CDTF">2026-03-16T17:45:13Z</dcterms:modified>
</cp:coreProperties>
</file>